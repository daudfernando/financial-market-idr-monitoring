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menit. Jelaskan masalah penggabungan waktu sumber dan kebutuhan audit. Sumber angka: data/dashboard_readiness.json, audit 17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menit. Kafka menerima event; Python memvalidasi saat event datang. GCS/BQ dimuat setelah replay selesai. JISDOR dijadwalkan 18 WIB saat Docker aktif. Tidak menyebut harga live atau warehouse setiap 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menit termasuk demo Airflow, GCS dan BigQuery. Project jcdeah-009; dataset daud_finalproject untuk fact/input, daud_finalproject_demo untuk mart. Replay run 20260917T123103782750Z.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menit termasuk demo dashboard. Latest keempat saham semuanya HOLD: jangan memaksa variasi. Lima fixture sintetis terpisah menguji rumus. Parameter simulasi belum dibacktest dan bukan rekomendasi investasi.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menit + 5 menit Q&amp;A. Bedakan replay dari live; warehouse snapshot dari streaming insertion. Jelaskan FX unknown availability memakai tanggal sebelumnya. Dataflow arsip opsional. HTML memenuhi dua chart; report Looker dapat dibuat pengguna dari mart.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57B66"/>
                </a:solidFill>
                <a:latin typeface="Aptos"/>
              </a:defRPr>
            </a:pPr>
            <a:r>
              <a:t>01 / MASALAH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3F34"/>
                </a:solidFill>
                <a:latin typeface="Aptos"/>
              </a:defRPr>
            </a:pPr>
            <a:r>
              <a:t>Harga global, perspektif rupiah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Harga USD dan kurs USD/IDR berubah pada frekuensi berbeda.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4436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Analis membutuhkan nilai IDR dan penjelasan kontribusi harga vs kurs dalam satu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7705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Lingkup terukur: 4 saham, 7.788 bar menit, 20 tanggal JISDOR.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974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Skenario treasury / market risk; quantity satu saham. Tidak ada klaim portofolio atau penghematan bisnis aktual.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7B66"/>
                </a:solidFill>
                <a:latin typeface="Aptos"/>
              </a:defRPr>
            </a:pPr>
            <a:r>
              <a:t>JCDEAH-009  |  17 September 2026  |  REPLAY HISTORIS ASLI  |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57B66"/>
                </a:solidFill>
                <a:latin typeface="Aptos"/>
              </a:defRPr>
            </a:pPr>
            <a:r>
              <a:t>02 / ARSITEKTUR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3F34"/>
                </a:solidFill>
                <a:latin typeface="Aptos"/>
              </a:defRPr>
            </a:pPr>
            <a:r>
              <a:t>Dua jalur, satu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Batch: BI → Airflow → GCS raw → Spark → GCS harian → BigQuery.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4436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Replay: histori Yahoo → Kafka → Python consumer → GCS → BigQuery.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7705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dbt menggabungkan FX, menghitung fitur/sinyal, dan menguji kualitas.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974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Docker Compose menjalankan layanan lokal. Dataflow tidak diperlukan; guideline memperbolehkan replay.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7B66"/>
                </a:solidFill>
                <a:latin typeface="Aptos"/>
              </a:defRPr>
            </a:pPr>
            <a:r>
              <a:t>JCDEAH-009  |  17 September 2026  |  REPLAY HISTORIS ASLI  |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57B66"/>
                </a:solidFill>
                <a:latin typeface="Aptos"/>
              </a:defRPr>
            </a:pPr>
            <a:r>
              <a:t>03 / HASIL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3F34"/>
                </a:solidFill>
                <a:latin typeface="Aptos"/>
              </a:defRPr>
            </a:pPr>
            <a:r>
              <a:t>Data siap dipakai di BigQuery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fact_jisdor_daily: 20 tanggal valid, sampai 17 September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4436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mart_stock_monitoring: 7.788 bar; JPM, BAC, GS, MS; sesi 10–16 September.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7705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mart_stock_latest: 4 bar terbaru berdasarkan waktu sumber.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974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Rekonsiliasi 7.788 Kafka → Python → GCS → BigQuery cocok; duplikasi/mismatch/FX kosong =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7B66"/>
                </a:solidFill>
                <a:latin typeface="Aptos"/>
              </a:defRPr>
            </a:pPr>
            <a:r>
              <a:t>JCDEAH-009  |  17 September 2026  |  REPLAY HISTORIS ASLI  |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57B66"/>
                </a:solidFill>
                <a:latin typeface="Aptos"/>
              </a:defRPr>
            </a:pPr>
            <a:r>
              <a:t>04 / ANALITIK DAN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3F34"/>
                </a:solidFill>
                <a:latin typeface="Aptos"/>
              </a:defRPr>
            </a:pPr>
            <a:r>
              <a:t>Sinyal yang dapat dijelaskan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SMA3 menyilang naik SMA8 → BUY; menyilang turun → SELL; tanpa silang → 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4436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Riwayat kurang/gap/FX kosong → NO_SIGNAL. Sinyal bar tersedia setelah menit selesai.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7705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Hasil histori: BUY 530 · SELL 522 · HOLD 6.489 · NO_SIGNAL 247.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974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Dashboard: grafik nilai IDR, grafik kurs, sinyal, dan return relatif tiga saham pembanding.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7B66"/>
                </a:solidFill>
                <a:latin typeface="Aptos"/>
              </a:defRPr>
            </a:pPr>
            <a:r>
              <a:t>JCDEAH-009  |  17 September 2026  |  REPLAY HISTORIS ASLI  |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57B66"/>
                </a:solidFill>
                <a:latin typeface="Aptos"/>
              </a:defRPr>
            </a:pPr>
            <a:r>
              <a:t>05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3F34"/>
                </a:solidFill>
                <a:latin typeface="Aptos"/>
              </a:defRPr>
            </a:pPr>
            <a:r>
              <a:t>Bukti kualitas dan kesiapan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8 view dbt + 21 data tests + 3 unit tests: seluruh build sukses.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4436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Batch terjadwal 17 September sukses; alert kegagalan lokal tersedia di Mailpit.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7705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Gap sumber: GS 11 menit, MS 1 menit; tidak diisi dengan angka buatan.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974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83F34"/>
                </a:solidFill>
                <a:latin typeface="Aptos"/>
              </a:defRPr>
            </a:pPr>
            <a:r>
              <a:t>Teknis/data siap. Pengumpulan: tinjau slide, publikasikan link GitHub, dan latihan presentasi.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7B66"/>
                </a:solidFill>
                <a:latin typeface="Aptos"/>
              </a:defRPr>
            </a:pPr>
            <a:r>
              <a:t>JCDEAH-009  |  17 September 2026  |  REPLAY HISTORIS ASLI  |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